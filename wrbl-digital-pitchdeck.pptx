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WRBL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AI-Websites &amp; Automatisierung für lokale Dienstleister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18288"/>
          </a:xfrm>
          <a:prstGeom prst="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Dennis Wrobel · Hamm, NRW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282B8"/>
                </a:solidFill>
                <a:latin typeface="Calibri"/>
              </a:defRPr>
            </a:pPr>
            <a:r>
              <a:t>DAS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Calibri"/>
              </a:defRPr>
            </a:pPr>
            <a:r>
              <a:t>Lokale Dienstleister verlieren täglich Kunden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4846320" cy="1737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54864" cy="1737360"/>
          </a:xfrm>
          <a:prstGeom prst="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Unsichtbar im Internet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788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80% der Kunden suchen online – wer keine Website hat, existiert nicht.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03120"/>
            <a:ext cx="4846320" cy="1737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4864" cy="1737360"/>
          </a:xfrm>
          <a:prstGeom prst="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Teure Standard-Agenturen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88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Agenturen nehmen 3.000–10.000 € für Seiten, die nicht konvertieren.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06240"/>
            <a:ext cx="4846320" cy="1737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206240"/>
            <a:ext cx="54864" cy="1737360"/>
          </a:xfrm>
          <a:prstGeom prst="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Verlorene Anfragen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920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Ohne System gehen 40% der Anfragen unter – kein Follow-Up, kein Abschluss.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206240"/>
            <a:ext cx="4846320" cy="1737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206240"/>
            <a:ext cx="54864" cy="1737360"/>
          </a:xfrm>
          <a:prstGeom prst="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Calibri"/>
              </a:defRPr>
            </a:pPr>
            <a:r>
              <a:t>Keine Zeit für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8920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Zwischen Kunden und Buchhaltung bleibt keine Zeit für Online-Präsenz.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282B8"/>
                </a:solidFill>
                <a:latin typeface="Calibri"/>
              </a:defRPr>
            </a:pPr>
            <a:r>
              <a:t>DIE LÖSUNG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Calibri"/>
              </a:defRPr>
            </a:pPr>
            <a:r>
              <a:t>Alles aus einer Hand – schnell, günstig, automatisiert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320040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3200400" cy="54864"/>
          </a:xfrm>
          <a:prstGeom prst="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Calibri"/>
              </a:defRPr>
            </a:pPr>
            <a:r>
              <a:t>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Schnelle, mobiloptimierte Seiten</a:t>
            </a:r>
          </a:p>
          <a:p>
            <a:pPr>
              <a:spcAft>
                <a:spcPts val="2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mit SEO, Google Maps &amp;</a:t>
            </a:r>
          </a:p>
          <a:p>
            <a:pPr>
              <a:spcAft>
                <a:spcPts val="2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WhatsApp-Integration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120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282B8"/>
                </a:solidFill>
                <a:latin typeface="Calibri"/>
              </a:defRPr>
            </a:pPr>
            <a:r>
              <a:t>ab 499 €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103120"/>
            <a:ext cx="320040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2103120"/>
            <a:ext cx="3200400" cy="54864"/>
          </a:xfrm>
          <a:prstGeom prst="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Calibri"/>
              </a:defRPr>
            </a:pPr>
            <a:r>
              <a:t>AI-Chatbot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1089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24/7 Kundenservice –</a:t>
            </a:r>
          </a:p>
          <a:p>
            <a:pPr>
              <a:spcAft>
                <a:spcPts val="2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beantwortet Fragen, nimmt</a:t>
            </a:r>
          </a:p>
          <a:p>
            <a:pPr>
              <a:spcAft>
                <a:spcPts val="2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Termine an, spricht Deutsch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5120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282B8"/>
                </a:solidFill>
                <a:latin typeface="Calibri"/>
              </a:defRPr>
            </a:pPr>
            <a:r>
              <a:t>inklusive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103120"/>
            <a:ext cx="320040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3200400" cy="54864"/>
          </a:xfrm>
          <a:prstGeom prst="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Calibri"/>
              </a:defRPr>
            </a:pPr>
            <a:r>
              <a:t>Automatisierung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089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Anfrage → CRM → Email →</a:t>
            </a:r>
          </a:p>
          <a:p>
            <a:pPr>
              <a:spcAft>
                <a:spcPts val="2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Follow-Up → Google-Bewertung</a:t>
            </a:r>
          </a:p>
          <a:p>
            <a:pPr>
              <a:spcAft>
                <a:spcPts val="2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– alles automatisch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120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282B8"/>
                </a:solidFill>
                <a:latin typeface="Calibri"/>
              </a:defRPr>
            </a:pPr>
            <a:r>
              <a:t>ab 199 €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282B8"/>
                </a:solidFill>
                <a:latin typeface="Calibri"/>
              </a:defRPr>
            </a:pPr>
            <a: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Calibri"/>
              </a:defRPr>
            </a:pPr>
            <a:r>
              <a:t>Ewelinas Oase – Fußpflege in Hamm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3460"/>
                </a:solidFill>
                <a:latin typeface="Calibri"/>
              </a:defRPr>
            </a:pPr>
            <a:r>
              <a:t>Was wir geliefert haben: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Calibri"/>
              </a:defRPr>
            </a:pPr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</a:rPr>
              <a:t>Professionelle Website (mobiloptimiert)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37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Calibri"/>
              </a:defRPr>
            </a:pPr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</a:rPr>
              <a:t>AI-Chatbot mit Salon-spezifischem Wissen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Calibri"/>
              </a:defRPr>
            </a:pPr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</a:rPr>
              <a:t>WhatsApp-Buchung mit Prefill-Nachrichten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Calibri"/>
              </a:defRPr>
            </a:pPr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</a:rPr>
              <a:t>DSGVO-konforme Datenschutzseite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Calibri"/>
              </a:defRPr>
            </a:pPr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</a:rPr>
              <a:t>Google Maps mit Click-to-Load Consent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83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Calibri"/>
              </a:defRPr>
            </a:pPr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</a:rPr>
              <a:t>Kontaktformular mit Honeypot-Spam-Schutz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3460"/>
                </a:solidFill>
                <a:latin typeface="Calibri"/>
              </a:defRPr>
            </a:pPr>
            <a:r>
              <a:t>Ergebnisse: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282B8"/>
                </a:solidFill>
                <a:latin typeface="Calibri"/>
              </a:defRPr>
            </a:pPr>
            <a:r>
              <a:t>3 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186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von Null auf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282B8"/>
                </a:solidFill>
                <a:latin typeface="Calibri"/>
              </a:defRPr>
            </a:pPr>
            <a:r>
              <a:t>5.0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044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Google-Bewertung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282B8"/>
                </a:solidFill>
                <a:latin typeface="Calibri"/>
              </a:defRPr>
            </a:pPr>
            <a:r>
              <a:t>0 €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monatliche Hosting-Kosten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282B8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2760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Chatbot aktiv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82B8"/>
                </a:solidFill>
                <a:latin typeface="Calibri"/>
              </a:defRPr>
            </a:pPr>
            <a:r>
              <a:t>→ www.ewelinas-oase.de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282B8"/>
                </a:solidFill>
                <a:latin typeface="Calibri"/>
              </a:defRPr>
            </a:pPr>
            <a:r>
              <a:t>PAKETE &amp; PREISE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Calibri"/>
              </a:defRPr>
            </a:pPr>
            <a:r>
              <a:t>Faire Preise, echte Ergebnisse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4846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4846320" cy="54864"/>
          </a:xfrm>
          <a:prstGeom prst="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Calibri"/>
              </a:defRPr>
            </a:pPr>
            <a:r>
              <a:t>OnePager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82B8"/>
                </a:solidFill>
                <a:latin typeface="Calibri"/>
              </a:defRPr>
            </a:pPr>
            <a:r>
              <a:t>499 €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+ 49 €/Mo Wartung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0233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  <a:latin typeface="Calibri"/>
              </a:rPr>
              <a:t>Mobiloptimierte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434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  <a:latin typeface="Calibri"/>
              </a:rPr>
              <a:t>SEO &amp; Google Maps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846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  <a:latin typeface="Calibri"/>
              </a:rPr>
              <a:t>WhatsApp-Button &amp; Kontaktformular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257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  <a:latin typeface="Calibri"/>
              </a:rPr>
              <a:t>DSGVO-konform (Datenschutz, Impressum)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669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  <a:latin typeface="Calibri"/>
              </a:rPr>
              <a:t>Hosting inklusive (Cloudflare)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4846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4846320" cy="54864"/>
          </a:xfrm>
          <a:prstGeom prst="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Calibri"/>
              </a:defRPr>
            </a:pPr>
            <a:r>
              <a:t>Komplett-Paket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282B8"/>
                </a:solidFill>
                <a:latin typeface="Calibri"/>
              </a:defRPr>
            </a:pPr>
            <a:r>
              <a:t>1.299 €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+ 79 €/Mo Wartung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0233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  <a:latin typeface="Calibri"/>
              </a:rPr>
              <a:t>Alles aus OnePager, plus: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434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  <a:latin typeface="Calibri"/>
              </a:rPr>
              <a:t>AI-Chatbot (24/7, spricht Deutsch)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846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  <a:latin typeface="Calibri"/>
              </a:rPr>
              <a:t>CRM-Anbindung (Airtable)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257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  <a:latin typeface="Calibri"/>
              </a:rPr>
              <a:t>Automatisierte Follow-Up Emails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669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0B981"/>
                </a:solidFill>
              </a:rPr>
              <a:t>✓  </a:t>
            </a:r>
            <a:r>
              <a:rPr sz="1300">
                <a:solidFill>
                  <a:srgbClr val="1F2937"/>
                </a:solidFill>
                <a:latin typeface="Calibri"/>
              </a:rPr>
              <a:t>Google-Bewertungsanfrage (nach 7 Tagen)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282B8"/>
                </a:solidFill>
                <a:latin typeface="Calibri"/>
              </a:defRPr>
            </a:pPr>
            <a:r>
              <a:t>SO FUNKTIONIERT'S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Calibri"/>
              </a:defRPr>
            </a:pPr>
            <a:r>
              <a:t>In 4 Schritten zur fertigen Online-Präsenz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2560320" cy="3657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2560320"/>
            <a:ext cx="914400" cy="914400"/>
          </a:xfrm>
          <a:prstGeom prst="ellipse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6974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2937"/>
                </a:solidFill>
                <a:latin typeface="Calibri"/>
              </a:defRPr>
            </a:pPr>
            <a:r>
              <a:t>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  <a:latin typeface="Calibri"/>
              </a:defRPr>
            </a:pPr>
            <a:r>
              <a:t>Wir besprechen dein Business,</a:t>
            </a:r>
          </a:p>
          <a:p>
            <a:pPr algn="ctr">
              <a:defRPr sz="1200">
                <a:solidFill>
                  <a:srgbClr val="6B7280"/>
                </a:solidFill>
                <a:latin typeface="Calibri"/>
              </a:defRPr>
            </a:pPr>
            <a:r>
              <a:t>deine Ziele und Wünsche.</a:t>
            </a:r>
          </a:p>
          <a:p>
            <a:pPr algn="ctr">
              <a:defRPr sz="1200">
                <a:solidFill>
                  <a:srgbClr val="6B7280"/>
                </a:solidFill>
                <a:latin typeface="Calibri"/>
              </a:defRPr>
            </a:pPr>
            <a:r>
              <a:t>Kostenlos &amp; unverbindlich.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2286000"/>
            <a:ext cx="2560320" cy="3657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2560320"/>
            <a:ext cx="914400" cy="914400"/>
          </a:xfrm>
          <a:prstGeom prst="ellipse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6974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2937"/>
                </a:solidFill>
                <a:latin typeface="Calibri"/>
              </a:defRPr>
            </a:pPr>
            <a:r>
              <a:t>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2976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  <a:latin typeface="Calibri"/>
              </a:defRPr>
            </a:pPr>
            <a:r>
              <a:t>Wir bauen deine Website,</a:t>
            </a:r>
          </a:p>
          <a:p>
            <a:pPr algn="ctr">
              <a:defRPr sz="1200">
                <a:solidFill>
                  <a:srgbClr val="6B7280"/>
                </a:solidFill>
                <a:latin typeface="Calibri"/>
              </a:defRPr>
            </a:pPr>
            <a:r>
              <a:t>richten Chatbot &amp; CRM ein</a:t>
            </a:r>
          </a:p>
          <a:p>
            <a:pPr algn="ctr">
              <a:defRPr sz="1200">
                <a:solidFill>
                  <a:srgbClr val="6B7280"/>
                </a:solidFill>
                <a:latin typeface="Calibri"/>
              </a:defRPr>
            </a:pPr>
            <a:r>
              <a:t>und testen alles.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286000"/>
            <a:ext cx="2560320" cy="3657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0" y="2560320"/>
            <a:ext cx="914400" cy="914400"/>
          </a:xfrm>
          <a:prstGeom prst="ellipse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6974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2937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2976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  <a:latin typeface="Calibri"/>
              </a:defRPr>
            </a:pPr>
            <a:r>
              <a:t>Du bekommst eine Preview,</a:t>
            </a:r>
          </a:p>
          <a:p>
            <a:pPr algn="ctr">
              <a:defRPr sz="1200">
                <a:solidFill>
                  <a:srgbClr val="6B7280"/>
                </a:solidFill>
                <a:latin typeface="Calibri"/>
              </a:defRPr>
            </a:pPr>
            <a:r>
              <a:t>gibst Feedback – wir</a:t>
            </a:r>
          </a:p>
          <a:p>
            <a:pPr algn="ctr">
              <a:defRPr sz="1200">
                <a:solidFill>
                  <a:srgbClr val="6B7280"/>
                </a:solidFill>
                <a:latin typeface="Calibri"/>
              </a:defRPr>
            </a:pPr>
            <a:r>
              <a:t>passen alles 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600" y="2286000"/>
            <a:ext cx="2560320" cy="3657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95560" y="2560320"/>
            <a:ext cx="914400" cy="914400"/>
          </a:xfrm>
          <a:prstGeom prst="ellipse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26974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2937"/>
                </a:solidFill>
                <a:latin typeface="Calibri"/>
              </a:defRPr>
            </a:pPr>
            <a:r>
              <a:t>Go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42976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  <a:latin typeface="Calibri"/>
              </a:defRPr>
            </a:pPr>
            <a:r>
              <a:t>Deine Seite geht online.</a:t>
            </a:r>
          </a:p>
          <a:p>
            <a:pPr algn="ctr">
              <a:defRPr sz="1200">
                <a:solidFill>
                  <a:srgbClr val="6B7280"/>
                </a:solidFill>
                <a:latin typeface="Calibri"/>
              </a:defRPr>
            </a:pPr>
            <a:r>
              <a:t>Automatisierungen starten.</a:t>
            </a:r>
          </a:p>
          <a:p>
            <a:pPr algn="ctr">
              <a:defRPr sz="1200">
                <a:solidFill>
                  <a:srgbClr val="6B7280"/>
                </a:solidFill>
                <a:latin typeface="Calibri"/>
              </a:defRPr>
            </a:pPr>
            <a:r>
              <a:t>Du gewinnst Kunden.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Bereit für mehr Kunden?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Lass uns in einem kostenlosen Gespräch besprechen,</a:t>
            </a:r>
            <a:br/>
            <a:r>
              <a:t>wie wir dein Business online sichtbar machen.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4389120"/>
            <a:ext cx="3566160" cy="731520"/>
          </a:xfrm>
          <a:prstGeom prst="rect">
            <a:avLst/>
          </a:prstGeom>
          <a:solidFill>
            <a:srgbClr val="328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44348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Jetzt Gespräch vereinbaren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4864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dennis.wrbl@gmail.com · Hamm, NRW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